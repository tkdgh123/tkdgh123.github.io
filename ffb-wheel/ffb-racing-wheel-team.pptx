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안녕하세요. 저희 팀은 포스 피드백 레이싱 휠을 만듭니다. 게임 속 노면과 코너링의 힘을 모터로 핸들에 전달하는 아두이노 운전 장치입니다. 왼쪽은 저희가 설계한 3D 모델입니다. 작동 방식은 이렇습니다. 먼저 휠 베이스와 페달의 센서가 핸들 각도와 페달을 밟은 양을 읽습니다. 전자부의 아두이노가 이 값을 USB로 게임에 보내면, 게임은 노면과 코너링 상황에 맞는 힘을 다시 보내 줍니다. 그러면 휠 베이스의 모터가 그 힘을 만들고, 벨트가 핸들에 전달해 손으로 느낄 수 있게 됩니다. 팀은 소프트웨어 황찬웅, 하드웨어 최민호, 기구와 시연 김도영, 기획 김창식 네 명입니다. 이제 저희가 이 휠을 만드는 이유를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저희는 이 휠을 누구나 쓸 수 있는 운전 연습 장비로 만들고자 합니다. 도로에 나가기 전에 안전한 곳에서 핸들 감각을 익힐 수 있고, 구하기 쉬운 부품으로 만들어 학교나 복지관에서도 부담 없이 갖출 수 있습니다. 또 설계를 공개해서 누구나 따라 만들 수 있게 하려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휠을 쓰는 사람은 네 부류입니다. 도로에 나가기 전 연습이 필요한 초보 운전자, 운전 감각을 유지하고 다시 교육받는 고령 운전자, 학교와 동아리에서 공학을 배우는 학생, 그리고 집에서 레이싱 게임을 즐기는 사람들입니다. 이들이 이 휠을 쓰는 이유는 세 가지입니다. 노면과 코너링의 힘이 핸들로 전해져 실제 같은 손맛을 주고, 핸들 각도를 세밀하게 읽어 정밀하게 조향할 수 있으며, 회전 범위와 힘 세기를 사용자에게 맞게 조절할 수 있습니다. 이상으로 발표를 마치겠습니다.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ON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09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09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포스 피드백 레이싱 휠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게임 속 노면과 코너링의 힘을 모터로 핸들에 전달하는 아두이노 운전 장치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pic>
        <p:nvPicPr>
          <p:cNvPr id="5" name="Image 0" descr="/home/claude/deck/keep/overview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3196497" cy="2880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600200"/>
            <a:ext cx="3196497" cy="2880360"/>
          </a:xfrm>
          <a:prstGeom prst="rect">
            <a:avLst/>
          </a:prstGeom>
          <a:ln w="9525">
            <a:solidFill>
              <a:schemeClr val="accent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156617" y="1600200"/>
            <a:ext cx="4438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작동 방식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156617" y="1938528"/>
            <a:ext cx="4438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1 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휠 베이스 · 페달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403505" y="2231136"/>
            <a:ext cx="41918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</a:rPr>
              <a:t>센서가 핸들 각도와 페달 밟은 양을 읽음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156617" y="2487168"/>
            <a:ext cx="4438743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156617" y="2578608"/>
            <a:ext cx="4438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2 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전자부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03505" y="2871216"/>
            <a:ext cx="41918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</a:rPr>
              <a:t>아두이노가 그 값을 USB로 게임에 보냄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156617" y="3127248"/>
            <a:ext cx="4438743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56617" y="3218688"/>
            <a:ext cx="4438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3 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게임 화면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403505" y="3511296"/>
            <a:ext cx="41918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</a:rPr>
              <a:t>게임이 노면·코너링에 맞는 힘을 돌려보냄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156617" y="3767328"/>
            <a:ext cx="4438743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156617" y="3858768"/>
            <a:ext cx="4438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4 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휠 베이스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403505" y="4151376"/>
            <a:ext cx="41918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</a:rPr>
              <a:t>모터가 힘을 만들고 벨트가 핸들에 전달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46817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소프트웨어: 황찬웅      하드웨어: 최민호      기구/시연: 김도영      기획: 김창식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09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만드는 이유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804672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45920"/>
            <a:ext cx="4206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chemeClr val="tx1"/>
                </a:solidFill>
              </a:rPr>
              <a:t>도로에 나가기 전,</a:t>
            </a:r>
            <a:endParaRPr lang="en-US" sz="2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chemeClr val="tx1"/>
                </a:solidFill>
              </a:rPr>
              <a:t>누구나 안전하게</a:t>
            </a:r>
            <a:endParaRPr lang="en-US" sz="2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chemeClr val="tx1"/>
                </a:solidFill>
              </a:rPr>
              <a:t>운전을 연습할 수 있도록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983480" y="1645920"/>
            <a:ext cx="0" cy="242316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49240" y="164592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안전한 운전 연습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349240" y="201168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실제 도로 전에 핸들 감각 익히기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349240" y="2404872"/>
            <a:ext cx="324612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49240" y="251460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부담 없는 비용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349240" y="28803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학교·복지관도 갖출 수 있는 장비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49240" y="3273552"/>
            <a:ext cx="324612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49240" y="338328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열린 설계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349240" y="37490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설계를 공개해 누구나 제작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09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누가, 왜 쓰나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804672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쓰는 사람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초보 운전자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331720" y="19659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도로 주행 전 연습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496312"/>
            <a:ext cx="402336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877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고령 운전자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331720" y="2587752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운전 감각 유지와 재교육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118104"/>
            <a:ext cx="402336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20954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학생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3209544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학교·동아리 공학 교육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739896"/>
            <a:ext cx="402336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게임 이용자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831336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가정용 레이싱 게임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83480" y="1600200"/>
            <a:ext cx="0" cy="278892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49240" y="160020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쓰는 이유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349240" y="196596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실제 같은 손맛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349240" y="233172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노면과 코너링의 힘이 핸들로 전달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349240" y="2679192"/>
            <a:ext cx="324612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49240" y="278892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정밀한 조향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349240" y="315468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핸들 각도를 세밀하게 인식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349240" y="3502152"/>
            <a:ext cx="324612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349240" y="361188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사용자 맞춤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349240" y="39776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회전 범위와 힘 세기 조절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09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FB Mono">
  <a:themeElements>
    <a:clrScheme name="FFB Mono">
      <a:dk1>
        <a:srgbClr val="111111"/>
      </a:dk1>
      <a:lt1>
        <a:srgbClr val="FFFFFF"/>
      </a:lt1>
      <a:dk2>
        <a:srgbClr val="444444"/>
      </a:dk2>
      <a:lt2>
        <a:srgbClr val="F4F4F4"/>
      </a:lt2>
      <a:accent1>
        <a:srgbClr val="111111"/>
      </a:accent1>
      <a:accent2>
        <a:srgbClr val="777777"/>
      </a:accent2>
      <a:accent3>
        <a:srgbClr val="B5B5B5"/>
      </a:accent3>
      <a:accent4>
        <a:srgbClr val="999999"/>
      </a:accent4>
      <a:accent5>
        <a:srgbClr val="DDDDDD"/>
      </a:accent5>
      <a:accent6>
        <a:srgbClr val="D6D6D6"/>
      </a:accent6>
      <a:hlink>
        <a:srgbClr val="111111"/>
      </a:hlink>
      <a:folHlink>
        <a:srgbClr val="777777"/>
      </a:folHlink>
    </a:clrScheme>
    <a:fontScheme name="FFB Mono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DIY 포스 피드백 레이싱 휠</dc:title>
  <dc:subject>PptxGenJS Presentation</dc:subject>
  <dc:creator>PptxGenJS</dc:creator>
  <cp:lastModifiedBy>PptxGenJS</cp:lastModifiedBy>
  <cp:revision>1</cp:revision>
  <dcterms:created xsi:type="dcterms:W3CDTF">2026-10-27T03:13:01Z</dcterms:created>
  <dcterms:modified xsi:type="dcterms:W3CDTF">2026-10-27T03:13:01Z</dcterms:modified>
</cp:coreProperties>
</file>